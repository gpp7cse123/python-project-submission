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/>
            </a:pPr>
            <a:r>
              <a:t>Student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Python Micro Project | CSE Semester III</a:t>
            </a:r>
          </a:p>
          <a:p>
            <a:pPr>
              <a:defRPr sz="2000"/>
            </a:pPr>
            <a:r>
              <a:t>Group Project – 4 Members</a:t>
            </a:r>
          </a:p>
          <a:p>
            <a:pPr>
              <a:defRPr sz="2000"/>
            </a:pPr>
            <a:r>
              <a:t>College: ____________________</a:t>
            </a:r>
          </a:p>
          <a:p>
            <a:pPr>
              <a:defRPr sz="2000"/>
            </a:pPr>
            <a:r>
              <a:t>Session: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menu-driven application made with Python</a:t>
            </a:r>
          </a:p>
          <a:p>
            <a:pPr>
              <a:defRPr sz="2200"/>
            </a:pPr>
            <a:r>
              <a:t>Stores student name, roll number, course/class and marks</a:t>
            </a:r>
          </a:p>
          <a:p>
            <a:pPr>
              <a:defRPr sz="2200"/>
            </a:pPr>
            <a:r>
              <a:t>Records are saved locally in a JSON file</a:t>
            </a:r>
          </a:p>
          <a:p>
            <a:pPr>
              <a:defRPr sz="2200"/>
            </a:pPr>
            <a:r>
              <a:t>Designed for beginner-level learning and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Manual record keeping can be slow and may cause errors</a:t>
            </a:r>
          </a:p>
          <a:p>
            <a:pPr>
              <a:defRPr sz="2200"/>
            </a:pPr>
            <a:r>
              <a:t>Create a simple digital method to manage student records</a:t>
            </a:r>
          </a:p>
          <a:p>
            <a:pPr>
              <a:defRPr sz="2200"/>
            </a:pPr>
            <a:r>
              <a:t>Add, view, search, update and delete records</a:t>
            </a:r>
          </a:p>
          <a:p>
            <a:pPr>
              <a:defRPr sz="2200"/>
            </a:pPr>
            <a:r>
              <a:t>Practice core Python programming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Tools and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3.x</a:t>
            </a:r>
          </a:p>
          <a:p>
            <a:pPr>
              <a:defRPr sz="2200"/>
            </a:pPr>
            <a:r>
              <a:t>IDLE or any code editor</a:t>
            </a:r>
          </a:p>
          <a:p>
            <a:pPr>
              <a:defRPr sz="2200"/>
            </a:pPr>
            <a:r>
              <a:t>Standard libraries: json and os</a:t>
            </a:r>
          </a:p>
          <a:p>
            <a:pPr>
              <a:defRPr sz="2200"/>
            </a:pPr>
            <a:r>
              <a:t>Computer/laptop; internet is not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Add Student – enter details and marks</a:t>
            </a:r>
          </a:p>
          <a:p>
            <a:pPr>
              <a:defRPr sz="2200"/>
            </a:pPr>
            <a:r>
              <a:t>View All Students – show saved records</a:t>
            </a:r>
          </a:p>
          <a:p>
            <a:pPr>
              <a:defRPr sz="2200"/>
            </a:pPr>
            <a:r>
              <a:t>Search Student – find by roll number</a:t>
            </a:r>
          </a:p>
          <a:p>
            <a:pPr>
              <a:defRPr sz="2200"/>
            </a:pPr>
            <a:r>
              <a:t>Update Student – edit existing details</a:t>
            </a:r>
          </a:p>
          <a:p>
            <a:pPr>
              <a:defRPr sz="2200"/>
            </a:pPr>
            <a:r>
              <a:t>Delete Student – remove after confirmation</a:t>
            </a:r>
          </a:p>
          <a:p>
            <a:pPr>
              <a:defRPr sz="2200"/>
            </a:pPr>
            <a:r>
              <a:t>JSON storage – records remain after closing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→ Load saved records</a:t>
            </a:r>
          </a:p>
          <a:p>
            <a:pPr>
              <a:defRPr sz="2200"/>
            </a:pPr>
            <a:r>
              <a:t>Display menu and read the user's choice</a:t>
            </a:r>
          </a:p>
          <a:p>
            <a:pPr>
              <a:defRPr sz="2200"/>
            </a:pPr>
            <a:r>
              <a:t>Run the selected operation</a:t>
            </a:r>
          </a:p>
          <a:p>
            <a:pPr>
              <a:defRPr sz="2200"/>
            </a:pPr>
            <a:r>
              <a:t>Save updated data to students.json</a:t>
            </a:r>
          </a:p>
          <a:p>
            <a:pPr>
              <a:defRPr sz="2200"/>
            </a:pPr>
            <a:r>
              <a:t>Repeat until Exit is selected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Python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Variables and input/output</a:t>
            </a:r>
          </a:p>
          <a:p>
            <a:pPr>
              <a:defRPr sz="2200"/>
            </a:pPr>
            <a:r>
              <a:t>if/elif/else and while loop</a:t>
            </a:r>
          </a:p>
          <a:p>
            <a:pPr>
              <a:defRPr sz="2200"/>
            </a:pPr>
            <a:r>
              <a:t>Functions for separate operations</a:t>
            </a:r>
          </a:p>
          <a:p>
            <a:pPr>
              <a:defRPr sz="2200"/>
            </a:pPr>
            <a:r>
              <a:t>List and dictionary for student records</a:t>
            </a:r>
          </a:p>
          <a:p>
            <a:pPr>
              <a:defRPr sz="2200"/>
            </a:pPr>
            <a:r>
              <a:t>File handling and JSON serialization</a:t>
            </a:r>
          </a:p>
          <a:p>
            <a:pPr>
              <a:defRPr sz="2200"/>
            </a:pPr>
            <a:r>
              <a:t>Exception handling and input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Add Student</a:t>
            </a:r>
          </a:p>
          <a:p>
            <a:pPr>
              <a:defRPr sz="2200"/>
            </a:pPr>
            <a:r>
              <a:t>2. View All Students</a:t>
            </a:r>
          </a:p>
          <a:p>
            <a:pPr>
              <a:defRPr sz="2200"/>
            </a:pPr>
            <a:r>
              <a:t>3. Search Student</a:t>
            </a:r>
          </a:p>
          <a:p>
            <a:pPr>
              <a:defRPr sz="2200"/>
            </a:pPr>
            <a:r>
              <a:t>4. Update Student</a:t>
            </a:r>
          </a:p>
          <a:p>
            <a:pPr>
              <a:defRPr sz="2200"/>
            </a:pPr>
            <a:r>
              <a:t>5. Delete Student</a:t>
            </a:r>
          </a:p>
          <a:p>
            <a:pPr>
              <a:defRPr sz="2200"/>
            </a:pPr>
            <a:r>
              <a:t>6. Exit</a:t>
            </a:r>
          </a:p>
          <a:p>
            <a:pPr>
              <a:defRPr sz="2200"/>
            </a:pPr>
            <a:r>
              <a:t>Example: Asha Kumar | Roll: 23 | CSE Sem 3 | Marks: 85.0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Group-wise Work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Member 1: Introduction, objectives and report</a:t>
            </a:r>
          </a:p>
          <a:p>
            <a:pPr>
              <a:defRPr sz="2200"/>
            </a:pPr>
            <a:r>
              <a:t>Member 2: Add/View functions and validation</a:t>
            </a:r>
          </a:p>
          <a:p>
            <a:pPr>
              <a:defRPr sz="2200"/>
            </a:pPr>
            <a:r>
              <a:t>Member 3: Search/Update/Delete functions</a:t>
            </a:r>
          </a:p>
          <a:p>
            <a:pPr>
              <a:defRPr sz="2200"/>
            </a:pPr>
            <a:r>
              <a:t>Member 4: JSON storage, testing and presentation</a:t>
            </a:r>
          </a:p>
          <a:p>
            <a:pPr>
              <a:defRPr sz="2200"/>
            </a:pPr>
            <a:r>
              <a:t>Replace these roles/names according to actual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Current version is a local, single-user application</a:t>
            </a:r>
          </a:p>
          <a:p>
            <a:pPr>
              <a:defRPr sz="2200"/>
            </a:pPr>
            <a:r>
              <a:t>No login system or database server</a:t>
            </a:r>
          </a:p>
          <a:p>
            <a:pPr>
              <a:defRPr sz="2200"/>
            </a:pPr>
            <a:r>
              <a:t>Could add a GUI using Tkinter</a:t>
            </a:r>
          </a:p>
          <a:p>
            <a:pPr>
              <a:defRPr sz="2200"/>
            </a:pPr>
            <a:r>
              <a:t>Could use SQLite/MySQL for larger records</a:t>
            </a:r>
          </a:p>
          <a:p>
            <a:pPr>
              <a:defRPr sz="2200"/>
            </a:pPr>
            <a:r>
              <a:t>Could add attendance and report-card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Demonstrates a practical use of Python</a:t>
            </a:r>
          </a:p>
          <a:p>
            <a:pPr>
              <a:defRPr sz="2200"/>
            </a:pPr>
            <a:r>
              <a:t>Improves understanding of functions and data structures</a:t>
            </a:r>
          </a:p>
          <a:p>
            <a:pPr>
              <a:defRPr sz="2200"/>
            </a:pPr>
            <a:r>
              <a:t>Introduces file handling through JSON</a:t>
            </a:r>
          </a:p>
          <a:p>
            <a:pPr>
              <a:defRPr sz="2200"/>
            </a:pPr>
            <a:r>
              <a:t>Thank you –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